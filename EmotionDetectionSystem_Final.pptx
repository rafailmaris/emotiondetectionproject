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980" autoAdjust="0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8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99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 DETECTION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facial emotion recognition via Viola–Jones &amp; CNN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Mariș Rafail  ·  30433  ·  Image Processing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this project do?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system that allows a computer to detect the user's emotional state from live webcam input using classical image processing (Viola–Jones) and a pre-trained CNN model.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377440"/>
            <a:ext cx="1920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Access</a:t>
            </a:r>
            <a:endParaRPr lang="en-US" sz="14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live video frames using OpenCV VideoCapture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237744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2377440"/>
            <a:ext cx="1920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Detection</a:t>
            </a:r>
            <a:endParaRPr lang="en-US" sz="14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30632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face in each frame accurately and in real 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7744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377440"/>
            <a:ext cx="1920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 Recognition</a:t>
            </a:r>
            <a:endParaRPr lang="en-US" sz="14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30632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face into one of 7 emotion categories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237744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2377440"/>
            <a:ext cx="1920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showing</a:t>
            </a:r>
            <a:endParaRPr lang="en-US" sz="14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30632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obtained information (face and emotion)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CCFBF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FER2013 Dataset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920240" cy="10515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~35,000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508760"/>
            <a:ext cx="1920240" cy="10515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 × 48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Resolution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508760"/>
            <a:ext cx="1920240" cy="10515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1508760"/>
            <a:ext cx="1920240" cy="10515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Grayscale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084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Space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 Classes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10896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😠  Angry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😨  Fear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Happy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😢  Sad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😲  Surprise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😐  Neutral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Split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70227" y="3154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28,709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246120"/>
            <a:ext cx="210312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3246120"/>
            <a:ext cx="2103120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70227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3,589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794760"/>
            <a:ext cx="210312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3794760"/>
            <a:ext cx="630936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70227" y="4251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3,589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343400"/>
            <a:ext cx="210312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4343400"/>
            <a:ext cx="630936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FER-2013 Competition (Goodfellow et al.)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16002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600200"/>
            <a:ext cx="12801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600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" y="2176272"/>
            <a:ext cx="1133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2633472"/>
            <a:ext cx="1133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Video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63040" y="2834640"/>
            <a:ext cx="182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5920" y="16002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45920" y="1600200"/>
            <a:ext cx="12801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1600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19072" y="2176272"/>
            <a:ext cx="1133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Pre-processing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19072" y="2633472"/>
            <a:ext cx="1133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· Gamma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</a:t>
            </a:r>
            <a:r>
              <a:rPr lang="en-US" sz="10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REMOVED: CLAHE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2834640"/>
            <a:ext cx="182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16002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0" y="1600200"/>
            <a:ext cx="12801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1600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82112" y="2176272"/>
            <a:ext cx="1133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b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Detection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82112" y="2633472"/>
            <a:ext cx="1133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Viola–Jones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Cascade)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2834640"/>
            <a:ext cx="182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16002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600200"/>
            <a:ext cx="12801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1600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45152" y="2176272"/>
            <a:ext cx="1133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Alignment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45152" y="2633472"/>
            <a:ext cx="1133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affine rotation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2834640"/>
            <a:ext cx="182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0" y="16002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600200"/>
            <a:ext cx="12801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1600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08192" y="2176272"/>
            <a:ext cx="1133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Model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08192" y="2633472"/>
            <a:ext cx="1133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emotions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2834640"/>
            <a:ext cx="182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0" y="16002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0" y="1600200"/>
            <a:ext cx="12801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0" y="1600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71232" y="2176272"/>
            <a:ext cx="1133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71232" y="2633472"/>
            <a:ext cx="1133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7-class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Live overlay showing top emotion + confidence  ·  e.g.  </a:t>
            </a:r>
            <a:r>
              <a:rPr lang="en-US" sz="1300" b="1" dirty="0" smtClean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 </a:t>
            </a: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r>
              <a:rPr lang="en-US" sz="1300" b="1" dirty="0" smtClean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Chosen Approach: </a:t>
            </a:r>
            <a:r>
              <a:rPr lang="en-US" sz="400" b="1" dirty="0" smtClean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(stolen)</a:t>
            </a:r>
            <a:r>
              <a:rPr lang="en-US" sz="2000" b="1" dirty="0" smtClean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CNN+ </a:t>
            </a: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Viola–Jones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41148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5087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 Viola–Jones Face </a:t>
            </a:r>
            <a:r>
              <a:rPr lang="en-US" sz="1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– 2 parts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5623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Image Processing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xml + Naïve trace (presented below)</a:t>
            </a:r>
          </a:p>
          <a:p>
            <a:pPr marL="342900" indent="-342900">
              <a:buSzPct val="100000"/>
              <a:buChar char="•"/>
            </a:pPr>
            <a:r>
              <a:rPr lang="en-US" sz="11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-like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representing eyes, nose, forehead, hair contrast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image for O(1) rectangle sum lookups (memoization)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cascade — multi-stage threshold filtering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with 1.25× feature scaling across pyramid levels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Non-maxima suppression (IoU + Containment) to remove 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1148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4114800" cy="594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5087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 FER CNN Emotion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1856232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/ Transfer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19456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FER model (fer.fer library) used for inference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architecture — lightweight for real-time use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FER2013 (48×48 grayscale, 7 classes)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work: train custom CNN from scratch on AffectNet / RAF-DB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Libraries &amp; Algorithms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27960" y="1828800"/>
            <a:ext cx="7315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91084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824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and training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27960" y="2331720"/>
            <a:ext cx="7315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91084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824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capture, image preprocessing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27960" y="2834640"/>
            <a:ext cx="7315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91084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8240" y="2834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computations, data handling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27960" y="3337560"/>
            <a:ext cx="7315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91084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8240" y="3337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metric plots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27960" y="3840480"/>
            <a:ext cx="7315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91084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824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27960" y="4343400"/>
            <a:ext cx="7315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91084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Numba (njit)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6824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Speed-critical math functions via JIT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Problems &amp; How They Were Solved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81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Python Speed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custom njit (Numba) functions; replaced most with optimized library calls. Some math_functions.py code kept for reference.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0876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581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Camera Flip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5623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cv2.VideoCapture returns a mirrored image. Fixed with cv2.flip(img, 1) on every frame.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9748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770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Integral Image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04495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rectangle sums naively is O(n²). Precomputing the integral image reduces this to O(1) per lookup.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6974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69748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770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Image Scaling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04495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the image DOWN caused quality loss. Switched to scaling Haar features UP (1.25× per step), preserving original resolution.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8620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959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CLAHE / Bilateral Filter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23367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per-frame was too slow. Removed. Mild gamma correction (via LUT) provides sufficient brightness normalisation.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88620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959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Face Alignment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23367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faces hurt CNN accuracy. Added eye detection + cv2.warpAffine to rotate the ROI horizontally before inference.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Was Achieved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72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Live camera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928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webcam input with flip correction and gamma normalisation via LUT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0876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572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Viola–Jones face detection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928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Haar cascade with integral image, AdaBoost cascade, scaling and NMS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715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Educational trace mode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naïve VnJ demo — user-controlled sliding window visualization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65176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715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Face alignment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0358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detection + affine warpAffine to level tilted faces before inference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7947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9476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858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Emotion inference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1788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CNN model integrated — outputs 7-class probabilities overlaid on live frame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7947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79476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858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Performance optimizations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1788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gamma, library-native functions preferred over manual Python loops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custom CNN on AffectNet / RAF-DB for improved accuracy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fer.fer library with the custom-trained model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emotion data to dynamically modify Minecraft's graphics (Thesis)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multi-face detection and tracking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Viola–Jones with MediaPipe and OpenCV DNN face detector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4114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Questions?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0" y="4114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Mariș Rafail  ·  30433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698</Words>
  <Application>Microsoft Office PowerPoint</Application>
  <PresentationFormat>On-screen Show (16:9)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 Detection System</dc:title>
  <dc:subject>PptxGenJS Presentation</dc:subject>
  <dc:creator>PptxGenJS</dc:creator>
  <cp:lastModifiedBy>Legion</cp:lastModifiedBy>
  <cp:revision>4</cp:revision>
  <dcterms:created xsi:type="dcterms:W3CDTF">2026-05-23T21:20:04Z</dcterms:created>
  <dcterms:modified xsi:type="dcterms:W3CDTF">2026-05-24T17:49:31Z</dcterms:modified>
</cp:coreProperties>
</file>